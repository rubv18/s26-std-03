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16 action group(s) • depth: full • schema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4500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Air fryer Philips HD9252
Weight: 4500 g
Material: 6
Color: 4
Depth mode: 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imbalance: leaf components sum to 3304 but the product weighs 4500 (26.6% off).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branch_source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A new disassembly branch starts here, but its source component is not encoded. Add a 'source' object to this step for exact tree continuity.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branch_source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A new disassembly branch starts here, but its source component is not encoded. Add a 'source' object to this step for exact tree continuity.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steps[10].source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'Air fryer Philips HD9252' weighs 4500; outputs plus continuation weigh 3000 (33.3% difference).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'Body without cover' weighs 2872; outputs plus continuation weigh 2622 (8.7% difference).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'Inferior body unscrewed' weighs 2612; outputs plus continuation weigh 2652 (1.5%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'Tray with handle' weighs 250; outputs plus continuation weigh 254 (1.6% difference).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'Handle without screws' weighs 142; outputs plus continuation weigh 152 (7.0%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Plastic cover (8 hooks)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4 Angular screw (12.4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2 Transformer screws (39.5 mm)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Transformer top piece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Cables (brown and white)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70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Transformer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Inferior body without transformer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1992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Rear panel board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261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without motherboard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Motherboard Touch Screen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2 Top Screws (14.8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4 Frontal Screws (14.8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Rear panel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Spring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Front of the latch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Latch Button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Handle without latch and button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97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tray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Air fryer Philips HD9252 (4500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Body HD9252 (3000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HD9252 (3000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nylon spudger underneath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Leverage the tool and pop off each of the eight tabs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Plastic cover (8 hooks) (120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Body without cover (2880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unscrew(JIS #1)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without cover (2880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unscrew(JIS #1)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4 Angular screw (12.4 mm) (8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Body without cover (2872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without cover (2872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Inferior body (2622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(2622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2 Transformer screws (39.5 mm) (10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Inferior body unscrewed (2612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unscrewed (2612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Transformer top piece (40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Inferior body without top piece (2612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without top piece (2612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brown and white wire attached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Cables (brown and white) (20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Inferior body without cables (2592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 · Color: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without cables (2592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Transformer (600 g)
• Inferior body without transformer (1992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not specified in JSON — new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unresolved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nylon spudger underneath the 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Leverage the tool and pop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Rear panel board (30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Top without panel (220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motherboard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Top without panel (220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motherboard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Top without motherboard (170 g)
• Motherboard Touch Screen (50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not specified in JSON — new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unresolved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Tray with handle (250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 4 scres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Tray with handle (250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4 scres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2 Top Screws (14.8 mm) (4 g)
• Tray (100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Handle (150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(150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4 Frontal Screws (14.8 mm) (8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Handle without screws (142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pry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screws (142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Rear panel (25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Handle without panel (127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panel (127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spring 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slide the spring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Spring (10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Handle without spring (117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spring (117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previous 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Front of the latch (10 g)
• Latch Button (10 g)
• Handle without latch and button (97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16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Air fryer Philips HD9252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